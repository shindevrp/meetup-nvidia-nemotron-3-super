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I'm presenting the Community Benefits Navigator — an AI assistant for Indian government welfare schemes built with NVIDIA Nemotron-3-Super.</a:t>
            </a:r>
          </a:p>
          <a:p/>
          <a:p>
            <a:r>
              <a:t>This app helps farmers, students, women, and low-income families discover what welfare schemes they qualify for, how to apply, and compare options — all in their preferred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India has 60+ central welfare schemes spread across different portals. Each has different eligibility criteria, required documents, and application processes. Most information is English-only. People don't know what they qualify for or where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solution: A multi-query RAG system using Nemotron-3-Super. The app decomposes broad questions into targeted sub-queries, retrieves relevant documents from ChromaDB, and generates responses with confidence scores.</a:t>
            </a:r>
          </a:p>
          <a:p/>
          <a:p>
            <a:r>
              <a:t>Key features: 6 LLM roles, data-driven rule engine, full i18n, voice input, dark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architecture. User sends a query → FastAPI backend → query decomposition (2-4 sub-questions) → multi-query ChromaDB retrieval → merge &amp; deduplicate → Nemotron generates final answer with confidence score.</a:t>
            </a:r>
          </a:p>
          <a:p/>
          <a:p>
            <a:r>
              <a:t>The LLM has 6 distinct roles via different prompts: answering, eligibility checking, comparison, recommendation, FAQ, and summarization.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walk through the key features. Chat tab for conversation, Eligibility tab with form + AI explanation, Schemes browser with search, Compare tab with both table and AI comparison, and CSC Locator for finding help centers.</a:t>
            </a:r>
          </a:p>
          <a:p/>
          <a:p>
            <a:r>
              <a:t>Plus dark mode, 6 languages, voice input, PDF download, and Docker one-click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 me show you the live demo. I'll start with a chat query, show eligibility checking, browse schemes, compare two schemes, switch to Hindi to show i18n, and finally search for a CSC on the map.</a:t>
            </a:r>
          </a:p>
          <a:p/>
          <a:p>
            <a:r>
              <a:t>I'll also toggle dark mode and show voice input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stack: FastAPI backend with ChromaDB vector store, Sentence Transformers for embeddings, OpenRouter for Nemotron-3-Super access. Frontend is vanilla JS under 1300 lines.</a:t>
            </a:r>
          </a:p>
          <a:p/>
          <a:p>
            <a:r>
              <a:t>Docker Compose for one-command deployment. Setup.sh for auto-configuration.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highlights: The same LLM handles 6 roles via different prompts. Query decomposition ensures complete coverage. Self-rated confidence is transparent. Adding a new scheme requires zero code changes.</a:t>
            </a:r>
          </a:p>
          <a:p/>
          <a:p>
            <a:r>
              <a:t>OpenRouter free tier saved ~$100/month during development. For production, switch to direct NVIDIA NIM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links to the GitHub repository and submission directory. The README has full documentation including the architecture diagram.</a:t>
            </a:r>
          </a:p>
          <a:p/>
          <a:p>
            <a:r>
              <a:t>Quick start: clone the repo, run setup.sh, and start with uvicorn. Or use Docker Compose for a fully containerized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watching! Happy to answer any questions. This project was built for the NVIDIA + DataHack Summit 2026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Community Benefits Navigator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DEFB"/>
                </a:solidFill>
                <a:latin typeface="Calibri"/>
              </a:defRPr>
            </a:pPr>
            <a:r>
              <a:t>Indian Government Welfare Schemes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EEFF"/>
                </a:solidFill>
                <a:latin typeface="Calibri"/>
              </a:defRPr>
            </a:pPr>
            <a:r>
              <a:t>Built with NVIDIA Nemotron-3-Super + Multi-Query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A3A"/>
                </a:solidFill>
                <a:latin typeface="Calibri"/>
              </a:defRPr>
            </a:pPr>
            <a:r>
              <a:t>Vinayak Rao Patil Shinde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B7A"/>
                </a:solidFill>
                <a:latin typeface="Calibri"/>
              </a:defRPr>
            </a:pPr>
            <a:r>
              <a:t>GitHub: @shindevrp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B7A"/>
                </a:solidFill>
                <a:latin typeface="Calibri"/>
              </a:defRPr>
            </a:pPr>
            <a:r>
              <a:t>Track 1: Community Benefits Navigator</a:t>
            </a:r>
            <a:br/>
            <a:r>
              <a:t>NVIDIA + DataHack Summit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A3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60+ central welfare schemes — each with different eligibility, documents, and application process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Farmers, women, students, and low-income families struggle to discover what they qualify for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Scheme information is spread across multiple government portals in different formats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AI assistants hallucinate or give generic answers — no source confidence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Language barrier: most information is English-only, excluding Hindi/bilingual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A3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Multi-Query RAG: decomposes broad questions into sub-queries for complete coverage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Nemotron-3-Super (via OpenRouter) handles 6 distinct roles: answer, explain, compare, summarize, FAQ, recommend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Data-driven JSON rule engine — new schemes require zero code changes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Self-rated confidence scores via embedded JSON extraction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Full i18n: English + Hindi (Telugu/Tamil/Bengali/Marathi fallback)</a:t>
            </a:r>
          </a:p>
          <a:p>
            <a:pPr>
              <a:spcAft>
                <a:spcPts val="600"/>
              </a:spcAft>
              <a:defRPr sz="1700">
                <a:solidFill>
                  <a:srgbClr val="1F2A3A"/>
                </a:solidFill>
                <a:latin typeface="Calibri"/>
              </a:defRPr>
            </a:pPr>
            <a:r>
              <a:t>▸ Voice input, dark mode, session history, PDF download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A3A"/>
                </a:solidFill>
                <a:latin typeface="Calibri"/>
              </a:defRPr>
            </a:pPr>
            <a:r>
              <a:t>Architecture</a:t>
            </a:r>
          </a:p>
        </p:txBody>
      </p:sp>
      <p:pic>
        <p:nvPicPr>
          <p:cNvPr id="4" name="Picture 3" descr="request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Calibri"/>
              </a:defRPr>
            </a:pPr>
            <a:r>
              <a:t>User → FastAPI Backend → Query Decomposition → Multi-Query ChromaDB Retrieval |  → Merge &amp; Deduplicate → Nemotron-3-Super (OpenRouter) → Response +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A3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A3A"/>
                </a:solidFill>
                <a:latin typeface="Calibri"/>
              </a:defRPr>
            </a:pPr>
            <a:r>
              <a:t>Multi-turn conversation with query decomposition</a:t>
            </a:r>
            <a:br/>
            <a:r>
              <a:t>Suggested question chips, voice input</a:t>
            </a:r>
            <a:br/>
            <a:r>
              <a:t>Session history sidebar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Calibri"/>
              </a:defRPr>
            </a:pPr>
            <a:r>
              <a:t>Eligibility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A3A"/>
                </a:solidFill>
                <a:latin typeface="Calibri"/>
              </a:defRPr>
            </a:pPr>
            <a:r>
              <a:t>Age + income + demographics form</a:t>
            </a:r>
            <a:br/>
            <a:r>
              <a:t>Rule-engine matching + AI explanation</a:t>
            </a:r>
            <a:br/>
            <a:r>
              <a:t>PDF download of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Calibri"/>
              </a:defRPr>
            </a:pPr>
            <a:r>
              <a:t>Schemes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A3A"/>
                </a:solidFill>
                <a:latin typeface="Calibri"/>
              </a:defRPr>
            </a:pPr>
            <a:r>
              <a:t>Browse/search all 60+ welfare schemes</a:t>
            </a:r>
            <a:br/>
            <a:r>
              <a:t>Click for full details (benefits, docs, portal)</a:t>
            </a:r>
            <a:br/>
            <a:r>
              <a:t>Multi-language names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371600"/>
            <a:ext cx="256032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Calibri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1945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A3A"/>
                </a:solidFill>
                <a:latin typeface="Calibri"/>
              </a:defRPr>
            </a:pPr>
            <a:r>
              <a:t>Side-by-side table compare</a:t>
            </a:r>
            <a:br/>
            <a:r>
              <a:t>AI Compare with Nemotron recommendations</a:t>
            </a:r>
            <a:br/>
            <a:r>
              <a:t>Joint-applicability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Calibri"/>
              </a:defRPr>
            </a:pPr>
            <a:r>
              <a:t>+ CSC Locator (Leaflet map)  |  Dark Mode  |  Multi-Language (6 languages)  |  PDF Reports  |  One-Click Docker Deploy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A3A"/>
                </a:solidFill>
                <a:latin typeface="Calibri"/>
              </a:defRPr>
            </a:pPr>
            <a:r>
              <a:t>Live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1. Chat Tab — Ask "What schemes am I eligible for?" — see multi-query decomposition in action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2. Eligibility Tab — Enter age 35, income 1.2L — see matched schemes + AI explanation button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3. Schemes Tab — Browse/search, click any scheme for full details (benefits, docs, helpline)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4. Compare Tab — Pick two schemes, click Compare (table) then AI Compare (Nemotron)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5. Language — Switch to Hindi → all UI + responses translate instantly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6. CSC Locator — Search "Pune" → see nearby Common Service Centres on Leaflet map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7. Extra — Toggle dark mode, use voice input, download eligibility PDF, view session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A3A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FastAPI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ChromaDB (vector store)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Sentence Transformers (E5-small)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OpenRouter (Nemotron-3-Super)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Vanilla JS + CSS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Leaflet.js (CSC map)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html2pdf.js (PDF export)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Web Speech API (voice input)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8288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Python 3.11 + Uvicorn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Docker + Docker Compose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Setup.sh auto-configure</a:t>
            </a:r>
          </a:p>
          <a:p>
            <a:pPr>
              <a:spcAft>
                <a:spcPts val="600"/>
              </a:spcAft>
              <a:defRPr sz="1400">
                <a:solidFill>
                  <a:srgbClr val="1F2A3A"/>
                </a:solidFill>
                <a:latin typeface="Calibri"/>
              </a:defRPr>
            </a:pPr>
            <a:r>
              <a:t>• CORS + session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Calibri"/>
              </a:defRPr>
            </a:pPr>
            <a:r>
              <a:t>Why Vanilla JS: app under 1300 lines, framework overhead not justified. One model handles 6 roles via different prompts.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A3A"/>
                </a:solidFill>
                <a:latin typeface="Calibri"/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★ Query Decomposition: "What am I eligible for?" → 4 sub-queries → full coverage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★ Multi-Role LLM: Same Nemotron model answers, explains, compares, recommends, summarizes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★ Self-Rated Confidence: JSON regex extraction, no separate API call, transparent to user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★ Data-Driven: Add a new scheme JSON → zero code changes needed anywhere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★ OpenRouter Free Tier: ~$0/month during dev, switch to direct NIM for production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★ SVG Mic Icons: Open-source, respects dark/light mode via currentColor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★ Full i18n: 90+ UI strings translated, data-i18n attributes on all static HTML</a:t>
            </a:r>
          </a:p>
          <a:p>
            <a:pPr>
              <a:spcAft>
                <a:spcPts val="600"/>
              </a:spcAft>
              <a:defRPr sz="1600">
                <a:solidFill>
                  <a:srgbClr val="1F2A3A"/>
                </a:solidFill>
                <a:latin typeface="Calibri"/>
              </a:defRPr>
            </a:pPr>
            <a:r>
              <a:t>★ One-Click Deploy: Docker Compose with persistent ChromaDB volume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A3A"/>
                </a:solidFill>
                <a:latin typeface="Calibri"/>
              </a:defRPr>
            </a:pPr>
            <a:r>
              <a:t>Links &amp;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B7A"/>
                </a:solidFill>
                <a:latin typeface="Calibri"/>
              </a:defRPr>
            </a:pPr>
            <a:r>
              <a:t>https://github.com/shindevrp/meetup-nvidia-nemotron-3-super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Calibri"/>
              </a:defRPr>
            </a:pPr>
            <a:r>
              <a:t>Submission Directory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B7A"/>
                </a:solidFill>
                <a:latin typeface="Calibri"/>
              </a:defRPr>
            </a:pPr>
            <a:r>
              <a:t>track_1_community_benefits_navigator/shinde_vinayak_rao_patil/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Calibri"/>
              </a:defRPr>
            </a:pPr>
            <a:r>
              <a:t>Quick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B7A"/>
                </a:solidFill>
                <a:latin typeface="Calibri"/>
              </a:defRPr>
            </a:pPr>
            <a:r>
              <a:t>git clone ...  →  cd backend &amp;&amp; cp .env.example .env &amp;&amp; bash setup.sh  →  uvicorn main:app</a:t>
            </a:r>
            <a:br/>
            <a:r>
              <a:t>Or: docker compose up --build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3A"/>
                </a:solidFill>
                <a:latin typeface="Calibri"/>
              </a:defRPr>
            </a:pPr>
            <a:r>
              <a:t>YouTube Demo  |  Blog Post  |  LinkedIn — (links in README)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F2A3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F6B7A"/>
                </a:solidFill>
                <a:latin typeface="Calibri"/>
              </a:defRPr>
            </a:pPr>
            <a:r>
              <a:t>Questions? Feedback?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B7A"/>
                </a:solidFill>
                <a:latin typeface="Calibri"/>
              </a:defRPr>
            </a:pPr>
            <a:r>
              <a:t>Vinayak Rao Patil Shinde  |  @shindevrp  |  NVIDIA + DataHack Summit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